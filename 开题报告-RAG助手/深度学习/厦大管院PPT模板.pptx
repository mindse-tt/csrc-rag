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2" r:id="rId2"/>
    <p:sldId id="288" r:id="rId3"/>
    <p:sldId id="340" r:id="rId4"/>
    <p:sldId id="396" r:id="rId5"/>
    <p:sldId id="398" r:id="rId6"/>
    <p:sldId id="412" r:id="rId7"/>
    <p:sldId id="413" r:id="rId8"/>
    <p:sldId id="407" r:id="rId9"/>
    <p:sldId id="405" r:id="rId10"/>
    <p:sldId id="401" r:id="rId11"/>
    <p:sldId id="363" r:id="rId12"/>
    <p:sldId id="364" r:id="rId13"/>
    <p:sldId id="432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C69CEB"/>
    <a:srgbClr val="EA84B8"/>
    <a:srgbClr val="76D6FF"/>
    <a:srgbClr val="FFFD78"/>
    <a:srgbClr val="1EBDCC"/>
    <a:srgbClr val="FFFFFF"/>
    <a:srgbClr val="0432FF"/>
    <a:srgbClr val="EFD200"/>
    <a:srgbClr val="61E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8" autoAdjust="0"/>
    <p:restoredTop sz="83750" autoAdjust="0"/>
  </p:normalViewPr>
  <p:slideViewPr>
    <p:cSldViewPr snapToGrid="0" showGuides="1">
      <p:cViewPr varScale="1">
        <p:scale>
          <a:sx n="76" d="100"/>
          <a:sy n="76" d="100"/>
        </p:scale>
        <p:origin x="99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208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6262-C5EE-49E8-82C9-5B482EFE4728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21C3-B83B-4F67-8F2E-568770AE23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0F19-8CFC-41BA-AB99-D3970B82F7EB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/>
        </p:nvSpPr>
        <p:spPr>
          <a:xfrm>
            <a:off x="0" y="1734671"/>
            <a:ext cx="12192000" cy="3487831"/>
          </a:xfrm>
          <a:prstGeom prst="rect">
            <a:avLst/>
          </a:pr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*****</a:t>
            </a:r>
          </a:p>
          <a:p>
            <a:pPr algn="ctr"/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/>
            <a:r>
              <a:rPr lang="en-US" altLang="zh-CN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****</a:t>
            </a:r>
          </a:p>
          <a:p>
            <a:pPr algn="ctr"/>
            <a:endParaRPr lang="zh-CN" altLang="en-US" sz="2400" b="1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XXXXXXXXXXXX</a:t>
            </a:r>
            <a:endParaRPr lang="en-US" altLang="zh-CN" sz="2800" i="1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Aft>
                <a:spcPts val="600"/>
              </a:spcAft>
            </a:pP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Authors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5321300" cy="1206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86518" y="5557612"/>
            <a:ext cx="333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小组成员：</a:t>
            </a:r>
            <a:r>
              <a:rPr kumimoji="1" lang="en-US" altLang="zh-CN" b="1" dirty="0"/>
              <a:t>***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98" y="2259758"/>
            <a:ext cx="5842660" cy="2387557"/>
          </a:xfrm>
          <a:prstGeom prst="rect">
            <a:avLst/>
          </a:prstGeom>
          <a:solidFill>
            <a:srgbClr val="172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15745" y="3106420"/>
            <a:ext cx="3206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</a:rPr>
              <a:t>CONTENTS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515450" y="2855686"/>
            <a:ext cx="2818356" cy="0"/>
          </a:xfrm>
          <a:prstGeom prst="line">
            <a:avLst/>
          </a:prstGeom>
          <a:ln>
            <a:solidFill>
              <a:srgbClr val="F7F6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515450" y="4002315"/>
            <a:ext cx="2818356" cy="0"/>
          </a:xfrm>
          <a:prstGeom prst="line">
            <a:avLst/>
          </a:prstGeom>
          <a:ln>
            <a:solidFill>
              <a:srgbClr val="F7F6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4174402" y="972619"/>
            <a:ext cx="829994" cy="9144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3084086" y="1429819"/>
            <a:ext cx="432914" cy="476939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1515450" y="5021704"/>
            <a:ext cx="829994" cy="9144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425134" y="4835114"/>
            <a:ext cx="432914" cy="476939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3182216" cy="72150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6122360" y="1621607"/>
            <a:ext cx="2759932" cy="3614786"/>
            <a:chOff x="6483869" y="931674"/>
            <a:chExt cx="2759932" cy="3614786"/>
          </a:xfrm>
        </p:grpSpPr>
        <p:sp>
          <p:nvSpPr>
            <p:cNvPr id="12" name="_14"/>
            <p:cNvSpPr txBox="1">
              <a:spLocks noChangeArrowheads="1"/>
            </p:cNvSpPr>
            <p:nvPr/>
          </p:nvSpPr>
          <p:spPr bwMode="auto">
            <a:xfrm>
              <a:off x="6483869" y="931674"/>
              <a:ext cx="1123680" cy="73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/>
              <a:r>
                <a:rPr lang="en-US" altLang="zh-CN" sz="2800" spc="300" dirty="0">
                  <a:solidFill>
                    <a:srgbClr val="172F66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01</a:t>
              </a:r>
            </a:p>
          </p:txBody>
        </p:sp>
        <p:sp>
          <p:nvSpPr>
            <p:cNvPr id="13" name="_14"/>
            <p:cNvSpPr txBox="1">
              <a:spLocks noChangeArrowheads="1"/>
            </p:cNvSpPr>
            <p:nvPr/>
          </p:nvSpPr>
          <p:spPr bwMode="auto">
            <a:xfrm>
              <a:off x="6503365" y="1630876"/>
              <a:ext cx="1123680" cy="73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/>
              <a:r>
                <a:rPr lang="en-US" altLang="zh-CN" sz="2800" spc="300" dirty="0">
                  <a:solidFill>
                    <a:srgbClr val="172F66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02</a:t>
              </a:r>
            </a:p>
          </p:txBody>
        </p:sp>
        <p:sp>
          <p:nvSpPr>
            <p:cNvPr id="14" name="TextBox 1"/>
            <p:cNvSpPr txBox="1"/>
            <p:nvPr/>
          </p:nvSpPr>
          <p:spPr>
            <a:xfrm>
              <a:off x="7500761" y="1057922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引言</a:t>
              </a:r>
              <a:endParaRPr 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TextBox 24"/>
            <p:cNvSpPr txBox="1"/>
            <p:nvPr/>
          </p:nvSpPr>
          <p:spPr>
            <a:xfrm>
              <a:off x="7520257" y="176399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研究设计</a:t>
              </a:r>
              <a:endParaRPr 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_14"/>
            <p:cNvSpPr txBox="1">
              <a:spLocks noChangeArrowheads="1"/>
            </p:cNvSpPr>
            <p:nvPr/>
          </p:nvSpPr>
          <p:spPr bwMode="auto">
            <a:xfrm>
              <a:off x="6503360" y="2363106"/>
              <a:ext cx="1123680" cy="73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/>
              <a:r>
                <a:rPr lang="en-US" altLang="zh-CN" sz="2800" spc="300" dirty="0">
                  <a:solidFill>
                    <a:srgbClr val="172F66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03</a:t>
              </a:r>
            </a:p>
          </p:txBody>
        </p:sp>
        <p:sp>
          <p:nvSpPr>
            <p:cNvPr id="17" name="TextBox 26"/>
            <p:cNvSpPr txBox="1"/>
            <p:nvPr/>
          </p:nvSpPr>
          <p:spPr>
            <a:xfrm>
              <a:off x="7520252" y="249622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研究结论</a:t>
              </a:r>
              <a:endParaRPr 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_14"/>
            <p:cNvSpPr txBox="1">
              <a:spLocks noChangeArrowheads="1"/>
            </p:cNvSpPr>
            <p:nvPr/>
          </p:nvSpPr>
          <p:spPr bwMode="auto">
            <a:xfrm>
              <a:off x="6503360" y="3082000"/>
              <a:ext cx="1123680" cy="73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/>
              <a:r>
                <a:rPr lang="en-US" altLang="zh-CN" sz="2800" spc="300" dirty="0">
                  <a:solidFill>
                    <a:srgbClr val="172F66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04</a:t>
              </a:r>
            </a:p>
          </p:txBody>
        </p:sp>
        <p:sp>
          <p:nvSpPr>
            <p:cNvPr id="19" name="TextBox 26"/>
            <p:cNvSpPr txBox="1"/>
            <p:nvPr/>
          </p:nvSpPr>
          <p:spPr>
            <a:xfrm>
              <a:off x="7520252" y="3215118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进一步分析</a:t>
              </a:r>
              <a:endParaRPr 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_14"/>
            <p:cNvSpPr txBox="1">
              <a:spLocks noChangeArrowheads="1"/>
            </p:cNvSpPr>
            <p:nvPr/>
          </p:nvSpPr>
          <p:spPr bwMode="auto">
            <a:xfrm>
              <a:off x="6503360" y="3814230"/>
              <a:ext cx="1123680" cy="732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/>
              <a:r>
                <a:rPr lang="en-US" altLang="zh-CN" sz="2800" spc="300" dirty="0">
                  <a:solidFill>
                    <a:srgbClr val="172F66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05</a:t>
              </a:r>
            </a:p>
          </p:txBody>
        </p:sp>
        <p:sp>
          <p:nvSpPr>
            <p:cNvPr id="21" name="TextBox 26"/>
            <p:cNvSpPr txBox="1"/>
            <p:nvPr/>
          </p:nvSpPr>
          <p:spPr>
            <a:xfrm>
              <a:off x="7520252" y="394734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  <a:endParaRPr 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16792"/>
            <a:ext cx="12192000" cy="4205000"/>
          </a:xfrm>
          <a:prstGeom prst="rect">
            <a:avLst/>
          </a:prstGeom>
          <a:solidFill>
            <a:srgbClr val="172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5748722" y="2024689"/>
            <a:ext cx="82586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charset="-122"/>
                <a:cs typeface="+mj-cs"/>
              </a:rPr>
              <a:t>01</a:t>
            </a:r>
            <a:endParaRPr lang="zh-CN" altLang="en-US" sz="4800" spc="300" dirty="0">
              <a:solidFill>
                <a:schemeClr val="accent1">
                  <a:lumMod val="60000"/>
                  <a:lumOff val="40000"/>
                </a:schemeClr>
              </a:solidFill>
              <a:latin typeface="Impact" panose="020B0806030902050204" pitchFamily="34" charset="0"/>
              <a:ea typeface="微软雅黑" panose="020B0503020204020204" charset="-122"/>
              <a:cs typeface="+mj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3182216" cy="7215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66729" y="3089041"/>
            <a:ext cx="5189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</a:rPr>
              <a:t>引  言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84" y="3370"/>
            <a:ext cx="3182216" cy="721505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600069" y="231314"/>
            <a:ext cx="445894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172F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16792"/>
            <a:ext cx="12192000" cy="4205000"/>
          </a:xfrm>
          <a:prstGeom prst="rect">
            <a:avLst/>
          </a:prstGeom>
          <a:solidFill>
            <a:srgbClr val="172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5711051" y="2024689"/>
            <a:ext cx="9012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charset="-122"/>
                <a:cs typeface="+mj-cs"/>
              </a:rPr>
              <a:t>02</a:t>
            </a:r>
            <a:endParaRPr lang="zh-CN" altLang="en-US" sz="4800" spc="300" dirty="0">
              <a:solidFill>
                <a:schemeClr val="accent1">
                  <a:lumMod val="60000"/>
                  <a:lumOff val="40000"/>
                </a:schemeClr>
              </a:solidFill>
              <a:latin typeface="Impact" panose="020B0806030902050204" pitchFamily="34" charset="0"/>
              <a:ea typeface="微软雅黑" panose="020B0503020204020204" charset="-122"/>
              <a:cs typeface="+mj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3182216" cy="7215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66729" y="3089041"/>
            <a:ext cx="5189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</a:rPr>
              <a:t>研究设计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84" y="3370"/>
            <a:ext cx="3182216" cy="721505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600069" y="231314"/>
            <a:ext cx="445894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172F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研究设计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84" y="3370"/>
            <a:ext cx="3182216" cy="721505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600069" y="231314"/>
            <a:ext cx="445894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172F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研究设计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84" y="3370"/>
            <a:ext cx="3182216" cy="721505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600069" y="231314"/>
            <a:ext cx="445894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172F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研究设计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84" y="3370"/>
            <a:ext cx="3182216" cy="721505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600069" y="231314"/>
            <a:ext cx="445894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172F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研究设计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84" y="3370"/>
            <a:ext cx="3182216" cy="721505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172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solidFill>
                <a:srgbClr val="172F66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600069" y="231314"/>
            <a:ext cx="445894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172F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研究设计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16792"/>
            <a:ext cx="12192000" cy="4205000"/>
          </a:xfrm>
          <a:prstGeom prst="rect">
            <a:avLst/>
          </a:prstGeom>
          <a:solidFill>
            <a:srgbClr val="172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5702235" y="2024689"/>
            <a:ext cx="9188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charset="-122"/>
                <a:cs typeface="+mj-cs"/>
              </a:rPr>
              <a:t>03</a:t>
            </a:r>
            <a:endParaRPr lang="zh-CN" altLang="en-US" sz="4800" spc="300" dirty="0">
              <a:solidFill>
                <a:schemeClr val="accent1">
                  <a:lumMod val="60000"/>
                  <a:lumOff val="40000"/>
                </a:schemeClr>
              </a:solidFill>
              <a:latin typeface="Impact" panose="020B0806030902050204" pitchFamily="34" charset="0"/>
              <a:ea typeface="微软雅黑" panose="020B0503020204020204" charset="-122"/>
              <a:cs typeface="+mj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3182216" cy="721505"/>
          </a:xfrm>
          <a:prstGeom prst="rect">
            <a:avLst/>
          </a:prstGeom>
        </p:spPr>
      </p:pic>
      <p:sp>
        <p:nvSpPr>
          <p:cNvPr id="8" name="文本框 6"/>
          <p:cNvSpPr txBox="1"/>
          <p:nvPr/>
        </p:nvSpPr>
        <p:spPr>
          <a:xfrm>
            <a:off x="4558597" y="3106420"/>
            <a:ext cx="3206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</a:rPr>
              <a:t>研究结论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16792"/>
            <a:ext cx="12192000" cy="4205000"/>
          </a:xfrm>
          <a:prstGeom prst="rect">
            <a:avLst/>
          </a:prstGeom>
          <a:solidFill>
            <a:srgbClr val="172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5711853" y="2024689"/>
            <a:ext cx="8996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charset="-122"/>
                <a:cs typeface="+mj-cs"/>
              </a:rPr>
              <a:t>04</a:t>
            </a:r>
            <a:endParaRPr lang="zh-CN" altLang="en-US" sz="4800" spc="300" dirty="0">
              <a:solidFill>
                <a:schemeClr val="accent1">
                  <a:lumMod val="60000"/>
                  <a:lumOff val="40000"/>
                </a:schemeClr>
              </a:solidFill>
              <a:latin typeface="Impact" panose="020B0806030902050204" pitchFamily="34" charset="0"/>
              <a:ea typeface="微软雅黑" panose="020B0503020204020204" charset="-122"/>
              <a:cs typeface="+mj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3182216" cy="721505"/>
          </a:xfrm>
          <a:prstGeom prst="rect">
            <a:avLst/>
          </a:prstGeom>
        </p:spPr>
      </p:pic>
      <p:sp>
        <p:nvSpPr>
          <p:cNvPr id="8" name="文本框 6"/>
          <p:cNvSpPr txBox="1"/>
          <p:nvPr/>
        </p:nvSpPr>
        <p:spPr>
          <a:xfrm>
            <a:off x="4558597" y="3106420"/>
            <a:ext cx="3206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</a:rPr>
              <a:t>进一步分析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16792"/>
            <a:ext cx="12192000" cy="4205000"/>
          </a:xfrm>
          <a:prstGeom prst="rect">
            <a:avLst/>
          </a:prstGeom>
          <a:solidFill>
            <a:srgbClr val="172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5700632" y="2024689"/>
            <a:ext cx="92204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  <a:ea typeface="微软雅黑" panose="020B0503020204020204" charset="-122"/>
                <a:cs typeface="+mj-cs"/>
              </a:rPr>
              <a:t>05</a:t>
            </a:r>
            <a:endParaRPr lang="zh-CN" altLang="en-US" sz="4800" spc="300" dirty="0">
              <a:solidFill>
                <a:schemeClr val="accent1">
                  <a:lumMod val="60000"/>
                  <a:lumOff val="40000"/>
                </a:schemeClr>
              </a:solidFill>
              <a:latin typeface="Impact" panose="020B0806030902050204" pitchFamily="34" charset="0"/>
              <a:ea typeface="微软雅黑" panose="020B0503020204020204" charset="-122"/>
              <a:cs typeface="+mj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93061"/>
            <a:ext cx="3182216" cy="721505"/>
          </a:xfrm>
          <a:prstGeom prst="rect">
            <a:avLst/>
          </a:prstGeom>
        </p:spPr>
      </p:pic>
      <p:sp>
        <p:nvSpPr>
          <p:cNvPr id="8" name="文本框 6"/>
          <p:cNvSpPr txBox="1"/>
          <p:nvPr/>
        </p:nvSpPr>
        <p:spPr>
          <a:xfrm>
            <a:off x="4558597" y="3106420"/>
            <a:ext cx="3206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haroni" panose="02010803020104030203" pitchFamily="2" charset="-79"/>
              </a:rPr>
              <a:t>总结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45840"/>
  <p:tag name="MH" val="20160830110547"/>
  <p:tag name="MH_LIBRARY" val="CONTENTS"/>
  <p:tag name="MH_TYPE" val="OTHER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</Words>
  <Application>Microsoft Office PowerPoint</Application>
  <PresentationFormat>宽屏</PresentationFormat>
  <Paragraphs>47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Impact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醴 曾</cp:lastModifiedBy>
  <cp:revision>419</cp:revision>
  <dcterms:created xsi:type="dcterms:W3CDTF">2018-03-09T23:56:00Z</dcterms:created>
  <dcterms:modified xsi:type="dcterms:W3CDTF">2024-12-26T10:57:08Z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2052-11.1.0.9926</vt:lpwstr>
  </property>
</Properties>
</file>